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53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tikeyRamTripathi/secure-auth-ibm-appi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822960"/>
            <a:ext cx="1920240" cy="1920240"/>
          </a:xfrm>
          <a:prstGeom prst="roundRect">
            <a:avLst>
              <a:gd name="adj" fmla="val 16667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29800" y="1188720"/>
            <a:ext cx="1188720" cy="1188720"/>
          </a:xfrm>
          <a:prstGeom prst="ellipse">
            <a:avLst/>
          </a:prstGeom>
          <a:ln w="63500">
            <a:solidFill>
              <a:srgbClr val="4F8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77856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90C1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960120"/>
            <a:ext cx="201168" cy="20116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286000"/>
            <a:ext cx="146304" cy="146304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 · OAUTH 2.0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Authentication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Web Apps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2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App ID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Node.js + Express application implementing production-grade identity, OAuth 2.0 / OpenID Connect sign-in, and protected session management.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1819656" cy="384048"/>
          </a:xfrm>
          <a:prstGeom prst="roundRect">
            <a:avLst>
              <a:gd name="adj" fmla="val 5000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43784" y="5623560"/>
            <a:ext cx="2624328" cy="384048"/>
          </a:xfrm>
          <a:prstGeom prst="roundRect">
            <a:avLst>
              <a:gd name="adj" fmla="val 5000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5623560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56235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56235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the weakest link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291840" cy="1965960"/>
          </a:xfrm>
          <a:prstGeom prst="roundRect">
            <a:avLst>
              <a:gd name="adj" fmla="val 6512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783080"/>
            <a:ext cx="457200" cy="457200"/>
          </a:xfrm>
          <a:prstGeom prst="ellipse">
            <a:avLst/>
          </a:prstGeom>
          <a:solidFill>
            <a:srgbClr val="2A1620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sprawl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that stores its own passwords is another breach surface and another reset-flow to maintain.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291840" cy="1965960"/>
          </a:xfrm>
          <a:prstGeom prst="roundRect">
            <a:avLst>
              <a:gd name="adj" fmla="val 6512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783080"/>
            <a:ext cx="457200" cy="457200"/>
          </a:xfrm>
          <a:prstGeom prst="ellipse">
            <a:avLst/>
          </a:prstGeom>
          <a:solidFill>
            <a:srgbClr val="2A162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Weak, reused passwords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reuse the same password everywhere — one leaked database compromises many accounts.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508760"/>
            <a:ext cx="3291840" cy="1965960"/>
          </a:xfrm>
          <a:prstGeom prst="roundRect">
            <a:avLst>
              <a:gd name="adj" fmla="val 6512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783080"/>
            <a:ext cx="457200" cy="457200"/>
          </a:xfrm>
          <a:prstGeom prst="ellipse">
            <a:avLst/>
          </a:prstGeom>
          <a:solidFill>
            <a:srgbClr val="2A1620"/>
          </a:solidFill>
          <a:ln/>
        </p:spPr>
      </p:sp>
      <p:sp>
        <p:nvSpPr>
          <p:cNvPr id="16" name="Text 14"/>
          <p:cNvSpPr/>
          <p:nvPr/>
        </p:nvSpPr>
        <p:spPr>
          <a:xfrm>
            <a:off x="811987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19872" y="2377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trust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19872" y="2743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OAuth 2.0 / OIDC, every team invents its own — inconsistent, and hard to audit.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5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7568"/>
            </a:avLst>
          </a:prstGeom>
          <a:solidFill>
            <a:srgbClr val="141A2E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572000"/>
            <a:ext cx="9784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reference app that hands identity off to IBM Cloud App ID, so this codebase never sees or stores a password — while still giving users a fast, branded sign-in and a protected, personalized dashboard.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signed, short-lived token — verified before your app ever sees the request.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2148840"/>
            <a:ext cx="2377440" cy="2377440"/>
          </a:xfrm>
          <a:prstGeom prst="roundRect">
            <a:avLst>
              <a:gd name="adj" fmla="val 8462"/>
            </a:avLst>
          </a:prstGeom>
          <a:solidFill>
            <a:srgbClr val="10152A"/>
          </a:solidFill>
          <a:ln w="2540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3337560"/>
            <a:ext cx="141732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via IBM's hosted, encrypted login page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148840"/>
            <a:ext cx="2377440" cy="2377440"/>
          </a:xfrm>
          <a:prstGeom prst="roundRect">
            <a:avLst>
              <a:gd name="adj" fmla="val 8462"/>
            </a:avLst>
          </a:prstGeom>
          <a:solidFill>
            <a:srgbClr val="10152A"/>
          </a:solidFill>
          <a:ln w="25400">
            <a:solidFill>
              <a:srgbClr val="F2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App ID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3337560"/>
            <a:ext cx="1417320" cy="0"/>
          </a:xfrm>
          <a:prstGeom prst="line">
            <a:avLst/>
          </a:prstGeom>
          <a:noFill/>
          <a:ln w="25400">
            <a:solidFill>
              <a:srgbClr val="4F8CF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2628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signed JWT (RS256) after verifying identity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95360" y="2148840"/>
            <a:ext cx="2377440" cy="2377440"/>
          </a:xfrm>
          <a:prstGeom prst="roundRect">
            <a:avLst>
              <a:gd name="adj" fmla="val 8462"/>
            </a:avLst>
          </a:prstGeom>
          <a:solidFill>
            <a:srgbClr val="10152A"/>
          </a:solidFill>
          <a:ln w="25400">
            <a:solidFill>
              <a:srgbClr val="35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5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9536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token via Passport + WebAppStrategy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5989320"/>
            <a:ext cx="91440" cy="9144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5852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encrypted transport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5989320"/>
            <a:ext cx="91440" cy="9144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5852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JWKS-verified signed tokens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52160" y="5989320"/>
            <a:ext cx="91440" cy="9144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5852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passwords stored in-app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5989320"/>
            <a:ext cx="91440" cy="9144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67928" y="5852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session cookies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1764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697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runtime and routing for the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1764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36592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App 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36592" y="2697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OAuth 2.0 / OIDC identity provider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7647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4192" y="23774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Passport.js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94192" y="269748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WebAppStrategy handles the token exchange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4747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730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3434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6634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views for login &amp;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34747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6592" y="3730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43434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36592" y="46634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httpOnly session cookies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74720"/>
            <a:ext cx="3429000" cy="1691640"/>
          </a:xfrm>
          <a:prstGeom prst="roundRect">
            <a:avLst>
              <a:gd name="adj" fmla="val 7568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7307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41A2E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434340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design system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94192" y="46634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Dark, trust-chain visual identity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IMPLEMENTED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security highlights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OAuth 2.0 / OIDC sign-in via IBM App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7340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sign-in &amp; session verification flows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98448" y="35112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/dashboard route with live profile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42885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logout — clears local + IBM SSO session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4848" y="195681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passwords ever touch this codebase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278892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4848" y="273405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httpOnly, signed session cookies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5661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4848" y="351129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verified via JWKS (RS256)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343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152A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84848" y="4288536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secure cookies in production (HTTPS)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running —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394960" cy="3794760"/>
          </a:xfrm>
          <a:prstGeom prst="roundRect">
            <a:avLst>
              <a:gd name="adj" fmla="val 241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pic>
        <p:nvPicPr>
          <p:cNvPr id="5" name="Image 0" descr="/home/claude/pptx_work/login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512064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branded sign-in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5080" y="1234440"/>
            <a:ext cx="5029200" cy="3794760"/>
          </a:xfrm>
          <a:prstGeom prst="roundRect">
            <a:avLst>
              <a:gd name="adj" fmla="val 241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pic>
        <p:nvPicPr>
          <p:cNvPr id="8" name="Image 1" descr="/home/claude/pptx_work/dashboard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4754880" cy="3154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dashboard — verified session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5257800"/>
            <a:ext cx="5394960" cy="868680"/>
          </a:xfrm>
          <a:prstGeom prst="roundRect">
            <a:avLst>
              <a:gd name="adj" fmla="val 12632"/>
            </a:avLst>
          </a:prstGeom>
          <a:solidFill>
            <a:srgbClr val="141A2E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</a:rPr>
              <a:t>End-to-End Authentication Successfully Verified .</a:t>
            </a:r>
            <a:r>
              <a:rPr lang="en-US" sz="1300" dirty="0"/>
              <a:t>.</a:t>
            </a:r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365760"/>
            <a:ext cx="18288" cy="18288"/>
          </a:xfrm>
          <a:prstGeom prst="ellipse">
            <a:avLst/>
          </a:prstGeom>
          <a:solidFill>
            <a:srgbClr val="232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822960"/>
            <a:ext cx="1920240" cy="1920240"/>
          </a:xfrm>
          <a:prstGeom prst="roundRect">
            <a:avLst>
              <a:gd name="adj" fmla="val 16667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29800" y="1188720"/>
            <a:ext cx="1188720" cy="1188720"/>
          </a:xfrm>
          <a:prstGeom prst="ellipse">
            <a:avLst/>
          </a:prstGeom>
          <a:ln w="63500">
            <a:solidFill>
              <a:srgbClr val="4F8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77856" y="14813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90C1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360" y="960120"/>
            <a:ext cx="201168" cy="201168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2286000"/>
            <a:ext cx="146304" cy="146304"/>
          </a:xfrm>
          <a:prstGeom prst="ellipse">
            <a:avLst/>
          </a:prstGeom>
          <a:solidFill>
            <a:srgbClr val="35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A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24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</a:t>
            </a:r>
            <a:r>
              <a:rPr lang="en-US" sz="22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Kartikey Ram Tripathi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87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setup guide, and architecture notes are available in the GitHub repository below.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623560"/>
            <a:ext cx="6739128" cy="384048"/>
          </a:xfrm>
          <a:prstGeom prst="roundRect">
            <a:avLst>
              <a:gd name="adj" fmla="val 50000"/>
            </a:avLst>
          </a:prstGeom>
          <a:solidFill>
            <a:srgbClr val="10152A"/>
          </a:solidFill>
          <a:ln w="12700">
            <a:solidFill>
              <a:srgbClr val="232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23560"/>
            <a:ext cx="6867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b="1" u="sng" dirty="0">
                <a:hlinkClick r:id="rId2"/>
              </a:rPr>
              <a:t>https://github.com/KartikeyRamTripathi/secure-auth-ibm-appid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43784" y="5623560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562356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SECURE-AUTH · IBM CLOUD APP 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7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508</Words>
  <Application>Microsoft Office PowerPoint</Application>
  <PresentationFormat>Widescreen</PresentationFormat>
  <Paragraphs>108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Kartikey Tripathi</cp:lastModifiedBy>
  <cp:revision>3</cp:revision>
  <dcterms:created xsi:type="dcterms:W3CDTF">2026-08-01T18:21:27Z</dcterms:created>
  <dcterms:modified xsi:type="dcterms:W3CDTF">2026-08-04T13:21:07Z</dcterms:modified>
</cp:coreProperties>
</file>